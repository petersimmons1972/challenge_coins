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in_obverse_rend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773" y="0"/>
            <a:ext cx="69014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in_obverse_rend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188720"/>
            <a:ext cx="5120640" cy="5120640"/>
          </a:xfrm>
          <a:prstGeom prst="rect">
            <a:avLst/>
          </a:prstGeom>
        </p:spPr>
      </p:pic>
      <p:pic>
        <p:nvPicPr>
          <p:cNvPr id="3" name="Picture 2" descr="coin_reverse_rend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1188720"/>
            <a:ext cx="512064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109728"/>
            <a:ext cx="11457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  <a:latin typeface="Cinzel"/>
              </a:rPr>
              <a:t>McCLOUD BUX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A07A56"/>
                </a:solidFill>
                <a:latin typeface="Cinzel"/>
              </a:rPr>
              <a:t>$1,000,000  PLATINUM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F9694"/>
                </a:solidFill>
                <a:latin typeface="Cinzel"/>
              </a:rPr>
              <a:t>HOLLY SPRINGS MINT  ·  MMXXVI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bverse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81" y="0"/>
            <a:ext cx="114341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7A56"/>
                </a:solidFill>
                <a:latin typeface="Cinzel"/>
              </a:rPr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574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inzel"/>
              </a:rPr>
              <a:t>HISTORIAE  ET  FIDEI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60604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1">
                <a:solidFill>
                  <a:srgbClr val="A07A56"/>
                </a:solidFill>
                <a:latin typeface="Cinzel"/>
              </a:rPr>
              <a:t>History  and  Faith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375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7A56"/>
                </a:solidFill>
                <a:latin typeface="Cinzel"/>
              </a:rPr>
              <a:t>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4457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F9694"/>
                </a:solidFill>
                <a:latin typeface="Inter"/>
              </a:rPr>
              <a:t>These two words were chosen because every great coin tells a story. History reminds us of where we came from — Faith reminds us where we are going.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21208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A6A7A"/>
                </a:solidFill>
                <a:latin typeface="Cinzel"/>
              </a:rPr>
              <a:t>MMXXVI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verse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39" y="0"/>
            <a:ext cx="1160487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nzac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3218"/>
            <a:ext cx="12188952" cy="56315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mbu_pri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7240"/>
            <a:ext cx="3840480" cy="5303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54880" y="457200"/>
            <a:ext cx="7040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A07A56"/>
                </a:solidFill>
                <a:latin typeface="Cinzel"/>
              </a:rPr>
              <a:t>THE HOLLY SPRINGS MINT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7A56"/>
                </a:solidFill>
                <a:latin typeface="Cinzel"/>
              </a:rPr>
              <a:t>──────────────────────────────────────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50876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  <a:latin typeface="Cinzel"/>
              </a:rPr>
              <a:t>Every great coin needs a mint.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148840"/>
            <a:ext cx="7040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>
                <a:solidFill>
                  <a:srgbClr val="8F9694"/>
                </a:solidFill>
                <a:latin typeface="Inter"/>
              </a:rPr>
              <a:t>•  Bambu P1S with AMS Pro 2</a:t>
            </a:r>
          </a:p>
          <a:p>
            <a:pPr algn="l"/>
            <a:r>
              <a:rPr sz="1900">
                <a:solidFill>
                  <a:srgbClr val="8F9694"/>
                </a:solidFill>
                <a:latin typeface="Inter"/>
              </a:rPr>
              <a:t>•  4 simultaneous filament colors</a:t>
            </a:r>
          </a:p>
          <a:p>
            <a:pPr algn="l"/>
            <a:r>
              <a:rPr sz="1900">
                <a:solidFill>
                  <a:srgbClr val="8F9694"/>
                </a:solidFill>
                <a:latin typeface="Inter"/>
              </a:rPr>
              <a:t>•  100 mm oversized display coin</a:t>
            </a:r>
          </a:p>
          <a:p>
            <a:pPr algn="l"/>
            <a:r>
              <a:rPr sz="1900">
                <a:solidFill>
                  <a:srgbClr val="8F9694"/>
                </a:solidFill>
                <a:latin typeface="Inter"/>
              </a:rPr>
              <a:t>•  Overture PLA filament</a:t>
            </a:r>
          </a:p>
          <a:p>
            <a:pPr algn="l"/>
            <a:r>
              <a:rPr sz="1900">
                <a:solidFill>
                  <a:srgbClr val="8F9694"/>
                </a:solidFill>
                <a:latin typeface="Inter"/>
              </a:rPr>
              <a:t>•  Bambu Studio 02.05.00.66 slicer</a:t>
            </a:r>
          </a:p>
          <a:p>
            <a:pPr algn="l"/>
            <a:r>
              <a:rPr sz="1900">
                <a:solidFill>
                  <a:srgbClr val="8F9694"/>
                </a:solidFill>
                <a:latin typeface="Inter"/>
              </a:rPr>
              <a:t>•  18-test automated validation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35508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6A7A"/>
                </a:solidFill>
                <a:latin typeface="Cinzel"/>
              </a:rPr>
              <a:t>Location: Holly Springs, North Carolina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8429"/>
            <a:ext cx="12188952" cy="60211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lor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" y="0"/>
            <a:ext cx="9875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z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0959"/>
            <a:ext cx="12188952" cy="53360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A07A56"/>
                </a:solidFill>
                <a:latin typeface="Cinzel"/>
              </a:rPr>
              <a:t>SPEC SHEET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4241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743200"/>
                <a:gridCol w="2743200"/>
                <a:gridCol w="2743200"/>
              </a:tblGrid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inzel"/>
                        </a:rPr>
                        <a:t>SPECIFICATION</a:t>
                      </a:r>
                    </a:p>
                  </a:txBody>
                  <a:tcPr>
                    <a:solidFill>
                      <a:srgbClr val="A07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inzel"/>
                        </a:rPr>
                        <a:t>McCLOUD BUX
Platinum</a:t>
                      </a:r>
                    </a:p>
                  </a:txBody>
                  <a:tcPr>
                    <a:solidFill>
                      <a:srgbClr val="A07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inzel"/>
                        </a:rPr>
                        <a:t>Standard
Challenge Coin</a:t>
                      </a:r>
                    </a:p>
                  </a:txBody>
                  <a:tcPr>
                    <a:solidFill>
                      <a:srgbClr val="A07A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inzel"/>
                        </a:rPr>
                        <a:t>Real Silver
Dollar</a:t>
                      </a:r>
                    </a:p>
                  </a:txBody>
                  <a:tcPr>
                    <a:solidFill>
                      <a:srgbClr val="A07A56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Diameter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07A56"/>
                          </a:solidFill>
                          <a:latin typeface="Cinzel"/>
                        </a:rPr>
                        <a:t>100 mm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50 mm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38.1 mm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Thickness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07A56"/>
                          </a:solidFill>
                          <a:latin typeface="Cinzel"/>
                        </a:rPr>
                        <a:t>8.0 mm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5.0 mm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2.4 mm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Relief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07A56"/>
                          </a:solidFill>
                          <a:latin typeface="Cinzel"/>
                        </a:rPr>
                        <a:t>1.0 mm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0.6 mm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Variable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Material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07A56"/>
                          </a:solidFill>
                          <a:latin typeface="Cinzel"/>
                        </a:rPr>
                        <a:t>PLA Filament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PLA Filament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Fine Silver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Colors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07A56"/>
                          </a:solidFill>
                          <a:latin typeface="Cinzel"/>
                        </a:rPr>
                        <a:t>4 (printed)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4 (printed)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2 (struck)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Made By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07A56"/>
                          </a:solidFill>
                          <a:latin typeface="Cinzel"/>
                        </a:rPr>
                        <a:t>Bambu P1S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Bambu P1S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Government Mint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Quantity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07A56"/>
                          </a:solidFill>
                          <a:latin typeface="Cinzel"/>
                        </a:rPr>
                        <a:t>ONE OF ONE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Small batch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inzel"/>
                        </a:rPr>
                        <a:t>Millions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2300"/>
            <a:ext cx="12188952" cy="50533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07A56"/>
                </a:solidFill>
                <a:latin typeface="Cinzel"/>
              </a:rPr>
              <a:t>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3474720" cy="2194560"/>
          </a:xfrm>
          <a:prstGeom prst="rect">
            <a:avLst/>
          </a:prstGeom>
          <a:solidFill>
            <a:srgbClr val="2A2A2A"/>
          </a:solidFill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inzel"/>
              </a:rPr>
              <a:t>100 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860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7A56"/>
                </a:solidFill>
                <a:latin typeface="Cinzel"/>
              </a:rPr>
              <a:t>DIAMETER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914400"/>
            <a:ext cx="3474720" cy="2194560"/>
          </a:xfrm>
          <a:prstGeom prst="rect">
            <a:avLst/>
          </a:prstGeom>
          <a:solidFill>
            <a:srgbClr val="2A2A2A"/>
          </a:solidFill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0" y="11430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inzel"/>
              </a:rPr>
              <a:t>8 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860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7A56"/>
                </a:solidFill>
                <a:latin typeface="Cinzel"/>
              </a:rPr>
              <a:t>THICKNESS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914400"/>
            <a:ext cx="3474720" cy="2194560"/>
          </a:xfrm>
          <a:prstGeom prst="rect">
            <a:avLst/>
          </a:prstGeom>
          <a:solidFill>
            <a:srgbClr val="2A2A2A"/>
          </a:solidFill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18120" y="11430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inze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2860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7A56"/>
                </a:solidFill>
                <a:latin typeface="Cinzel"/>
              </a:rPr>
              <a:t>COLORS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10128"/>
            <a:ext cx="3474720" cy="2194560"/>
          </a:xfrm>
          <a:prstGeom prst="rect">
            <a:avLst/>
          </a:prstGeom>
          <a:solidFill>
            <a:srgbClr val="2A2A2A"/>
          </a:solidFill>
        </p:spPr>
        <p:txBody>
          <a:bodyPr wrap="none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11480" y="353872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inzel"/>
              </a:rPr>
              <a:t>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68172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7A56"/>
                </a:solidFill>
                <a:latin typeface="Cinzel"/>
              </a:rPr>
              <a:t>HOURS OF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310128"/>
            <a:ext cx="3474720" cy="2194560"/>
          </a:xfrm>
          <a:prstGeom prst="rect">
            <a:avLst/>
          </a:prstGeom>
          <a:solidFill>
            <a:srgbClr val="2A2A2A"/>
          </a:solidFill>
        </p:spPr>
        <p:txBody>
          <a:bodyPr wrap="none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114800" y="353872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inze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68172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7A56"/>
                </a:solidFill>
                <a:latin typeface="Cinzel"/>
              </a:rPr>
              <a:t>COIN MINTED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310128"/>
            <a:ext cx="3474720" cy="2194560"/>
          </a:xfrm>
          <a:prstGeom prst="rect">
            <a:avLst/>
          </a:prstGeom>
          <a:solidFill>
            <a:srgbClr val="2A2A2A"/>
          </a:solidFill>
        </p:spPr>
        <p:txBody>
          <a:bodyPr wrap="non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18120" y="353872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inze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68172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7A56"/>
                </a:solidFill>
                <a:latin typeface="Cinzel"/>
              </a:rPr>
              <a:t>MINT IN HOLLY SPRINGS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in_reverse_rend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773" y="0"/>
            <a:ext cx="690140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58521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1">
                <a:solidFill>
                  <a:srgbClr val="FFFFFF"/>
                </a:solidFill>
                <a:latin typeface="Cinzel"/>
              </a:rPr>
              <a:t>There is only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